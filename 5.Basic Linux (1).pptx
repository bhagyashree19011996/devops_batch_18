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8907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15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3462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9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16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6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77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75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35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648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772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E834F5F-3B43-4FA4-A463-4EC3930BB77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9821EAC-4D31-4A6D-A1DF-DF7FCA37D4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912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40" y="2199967"/>
            <a:ext cx="9418320" cy="1371600"/>
          </a:xfrm>
        </p:spPr>
        <p:txBody>
          <a:bodyPr/>
          <a:lstStyle/>
          <a:p>
            <a:r>
              <a:rPr lang="en-US" dirty="0"/>
              <a:t>Basic Linux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6840" y="3571567"/>
            <a:ext cx="9418320" cy="1094330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IN" altLang="en-US" dirty="0"/>
              <a:t>Ashutosh Tirmare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is a family of open-source Unix-like operating systems based on the Linux kernel, an operating system kernel first released on September 17, 1991, by Linus Torvalds.</a:t>
            </a:r>
          </a:p>
          <a:p>
            <a:r>
              <a:rPr lang="en-US" dirty="0"/>
              <a:t>The kernel is a computer program at the core of a computer's operating system and has complete control over everything in the system.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385" y="3633374"/>
            <a:ext cx="5219700" cy="24201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vs windows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Free source code </a:t>
            </a:r>
            <a:r>
              <a:rPr lang="en-US" dirty="0" err="1"/>
              <a:t>i.e</a:t>
            </a:r>
            <a:r>
              <a:rPr lang="en-US" dirty="0"/>
              <a:t> open source</a:t>
            </a:r>
          </a:p>
          <a:p>
            <a:r>
              <a:rPr lang="en-US" dirty="0"/>
              <a:t>Secure</a:t>
            </a:r>
          </a:p>
          <a:p>
            <a:r>
              <a:rPr lang="en-US" dirty="0"/>
              <a:t>Simplified update for all installed </a:t>
            </a:r>
            <a:r>
              <a:rPr lang="en-US" dirty="0" err="1"/>
              <a:t>Softwares</a:t>
            </a:r>
            <a:endParaRPr lang="en-US" dirty="0"/>
          </a:p>
          <a:p>
            <a:r>
              <a:rPr lang="en-US" dirty="0"/>
              <a:t>Light weight</a:t>
            </a:r>
          </a:p>
          <a:p>
            <a:r>
              <a:rPr lang="en-US" dirty="0"/>
              <a:t>Multiuser and multitasking is very easy</a:t>
            </a:r>
          </a:p>
          <a:p>
            <a:r>
              <a:rPr lang="en-US" dirty="0"/>
              <a:t>Multiple distributions/flavors are available</a:t>
            </a:r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windows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 code is not free or open to all.</a:t>
            </a:r>
          </a:p>
          <a:p>
            <a:r>
              <a:rPr lang="en-US" dirty="0"/>
              <a:t>Not secure</a:t>
            </a:r>
          </a:p>
          <a:p>
            <a:r>
              <a:rPr lang="en-US" dirty="0"/>
              <a:t>Not light weight</a:t>
            </a:r>
          </a:p>
          <a:p>
            <a:r>
              <a:rPr lang="en-US" dirty="0"/>
              <a:t>Limitations to multitasking and multiuser management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</a:t>
            </a:r>
            <a:endParaRPr lang="en-IN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084" y="1695449"/>
            <a:ext cx="7834721" cy="47526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28800"/>
            <a:ext cx="9111160" cy="4552335"/>
          </a:xfrm>
        </p:spPr>
        <p:txBody>
          <a:bodyPr/>
          <a:lstStyle/>
          <a:p>
            <a:r>
              <a:rPr lang="en-US" dirty="0"/>
              <a:t>A Shell provides you with an interface to the Unix system. It gathers input from you and executes programs based on that input. When a program finishes executing, it displays that program's output.</a:t>
            </a:r>
          </a:p>
          <a:p>
            <a:r>
              <a:rPr lang="en-US" dirty="0"/>
              <a:t>Shell is an environment in which we can run our commands, programs, and shell scripts. There are different flavors of a shell, just as there are different flavors of operating systems. Each flavor of shell has its own set of recognized commands and functions</a:t>
            </a:r>
          </a:p>
          <a:p>
            <a:r>
              <a:rPr lang="en-US" dirty="0"/>
              <a:t>In simple terms SHELL is a program which provides the interface between the user and an operating system (</a:t>
            </a:r>
            <a:r>
              <a:rPr lang="en-US" dirty="0" err="1"/>
              <a:t>os</a:t>
            </a:r>
            <a:r>
              <a:rPr lang="en-US" dirty="0"/>
              <a:t> is also called as </a:t>
            </a:r>
            <a:r>
              <a:rPr lang="en-US" dirty="0" err="1"/>
              <a:t>kernal</a:t>
            </a:r>
            <a:r>
              <a:rPr lang="en-US" dirty="0"/>
              <a:t>)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Shell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C shell (</a:t>
            </a:r>
            <a:r>
              <a:rPr lang="en-US" b="1" dirty="0" err="1"/>
              <a:t>csh</a:t>
            </a:r>
            <a:r>
              <a:rPr lang="en-US" b="1" dirty="0"/>
              <a:t>):- </a:t>
            </a:r>
            <a:r>
              <a:rPr lang="en-US" dirty="0"/>
              <a:t>It includes helpful programming features like built-in arithmetic and C-like expression syntax.</a:t>
            </a:r>
          </a:p>
          <a:p>
            <a:r>
              <a:rPr lang="en-US" b="1" dirty="0"/>
              <a:t>The Bourne Shell (</a:t>
            </a:r>
            <a:r>
              <a:rPr lang="en-US" b="1" dirty="0" err="1"/>
              <a:t>sh</a:t>
            </a:r>
            <a:r>
              <a:rPr lang="en-US" b="1" dirty="0"/>
              <a:t>) </a:t>
            </a:r>
            <a:r>
              <a:rPr lang="en-US" dirty="0"/>
              <a:t>:- It is the original UNIX shell. It is faster and more preferred. It lacks features for interactive use like the ability to recall previous commands. It also lacks built-in arithmetic and logical expression handling. It is default shell for Solaris OS.</a:t>
            </a:r>
          </a:p>
          <a:p>
            <a:r>
              <a:rPr lang="en-US" b="1" dirty="0"/>
              <a:t>The Korn Shell (</a:t>
            </a:r>
            <a:r>
              <a:rPr lang="en-US" b="1" dirty="0" err="1"/>
              <a:t>ksh</a:t>
            </a:r>
            <a:r>
              <a:rPr lang="en-US" b="1" dirty="0"/>
              <a:t>):- </a:t>
            </a:r>
            <a:r>
              <a:rPr lang="en-US" dirty="0"/>
              <a:t>is a superset of the Bourne </a:t>
            </a:r>
            <a:r>
              <a:rPr lang="en-US" dirty="0" err="1"/>
              <a:t>shell.So</a:t>
            </a:r>
            <a:r>
              <a:rPr lang="en-US" dirty="0"/>
              <a:t> it supports everything in the Bourne </a:t>
            </a:r>
            <a:r>
              <a:rPr lang="en-US" dirty="0" err="1"/>
              <a:t>shell.It</a:t>
            </a:r>
            <a:r>
              <a:rPr lang="en-US" dirty="0"/>
              <a:t> has interactive features. It includes features like built-in arithmetic and C-like arrays, functions, and string-manipulation </a:t>
            </a:r>
            <a:r>
              <a:rPr lang="en-US" dirty="0" err="1"/>
              <a:t>facilities.It</a:t>
            </a:r>
            <a:r>
              <a:rPr lang="en-US" dirty="0"/>
              <a:t> is faster than C shell. It is compatible with script written for C shell.</a:t>
            </a:r>
          </a:p>
          <a:p>
            <a:r>
              <a:rPr lang="en-US" b="1" dirty="0"/>
              <a:t>Bourne Again Shell (bash) </a:t>
            </a:r>
            <a:r>
              <a:rPr lang="en-US" dirty="0"/>
              <a:t>:- It is compatible to the Bourne shell. It includes features from Korn and Bourne shell.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Hierarchy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windows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Linux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15" y="2415074"/>
            <a:ext cx="4505325" cy="25634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262" y="2560719"/>
            <a:ext cx="6380359" cy="27244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6</TotalTime>
  <Words>395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Schoolbook</vt:lpstr>
      <vt:lpstr>Wingdings 2</vt:lpstr>
      <vt:lpstr>View</vt:lpstr>
      <vt:lpstr>Basic Linux</vt:lpstr>
      <vt:lpstr>Introduction</vt:lpstr>
      <vt:lpstr>Linux vs windows</vt:lpstr>
      <vt:lpstr>Architecture </vt:lpstr>
      <vt:lpstr>Shell</vt:lpstr>
      <vt:lpstr>Types of Shell</vt:lpstr>
      <vt:lpstr>File system Hierarchy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Ashutosh Tirmare</dc:creator>
  <cp:lastModifiedBy>Ashutosh Tirmare</cp:lastModifiedBy>
  <cp:revision>5</cp:revision>
  <dcterms:created xsi:type="dcterms:W3CDTF">2024-12-12T05:35:09Z</dcterms:created>
  <dcterms:modified xsi:type="dcterms:W3CDTF">2024-12-12T05:41:46Z</dcterms:modified>
</cp:coreProperties>
</file>